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2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3-03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4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5-03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6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7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8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9-03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0-02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11-01.pn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ppt-image-first showcase</dc:title>
  <dc:creator/>
  <dc:description>generated using python-pptx</dc:description>
  <dc:subject>Open-source showcase deck</dc:subject>
  <cp:lastModifiedBy>闫佳豪</cp:lastModifiedBy>
  <cp:revision>2</cp:revision>
  <dcterms:created xsi:type="dcterms:W3CDTF">2013-01-27T09:14:00Z</dcterms:created>
  <dcterms:modified xsi:type="dcterms:W3CDTF">2026-04-26T03:31:36Z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FA77F994D32D4F28A92D590779A6B525_13</vt:lpwstr>
  </property>
  <property fmtid="{D5CDD505-2E9C-101B-9397-08002B2CF9AE}" pid="3" name="KSOProductBuildVer">
    <vt:lpwstr>2052-12.1.0.25865</vt:lpwstr>
  </property>
</Properties>
</file>